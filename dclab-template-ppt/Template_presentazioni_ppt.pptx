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Line 8"/>
          <p:cNvSpPr/>
          <p:nvPr/>
        </p:nvSpPr>
        <p:spPr>
          <a:xfrm flipH="1">
            <a:off x="249120" y="588960"/>
            <a:ext cx="8891640" cy="36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 anchorCtr="1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" name="Line 3"/>
          <p:cNvSpPr/>
          <p:nvPr/>
        </p:nvSpPr>
        <p:spPr>
          <a:xfrm flipH="1">
            <a:off x="8669160" y="6365520"/>
            <a:ext cx="151920" cy="36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 anchorCtr="1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" name="Line 2"/>
          <p:cNvSpPr/>
          <p:nvPr/>
        </p:nvSpPr>
        <p:spPr>
          <a:xfrm flipH="1">
            <a:off x="275400" y="6365520"/>
            <a:ext cx="5904000" cy="36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 anchorCtr="1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" name="Rectangle 10"/>
          <p:cNvSpPr/>
          <p:nvPr/>
        </p:nvSpPr>
        <p:spPr>
          <a:xfrm>
            <a:off x="249120" y="6431040"/>
            <a:ext cx="59000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GB" sz="800" spc="-1" strike="noStrike">
                <a:solidFill>
                  <a:srgbClr val="000000"/>
                </a:solidFill>
                <a:latin typeface="Arial"/>
                <a:ea typeface="DejaVu Sans"/>
              </a:rPr>
              <a:t>Pag. </a:t>
            </a:r>
            <a:fld id="{41E7F38A-2D4F-4803-AE38-E274ACB50922}" type="slidenum">
              <a:rPr b="0" lang="en-GB" sz="8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r>
              <a:rPr b="0" lang="en-GB" sz="800" spc="-1" strike="noStrike">
                <a:solidFill>
                  <a:srgbClr val="000000"/>
                </a:solidFill>
                <a:latin typeface="Arial"/>
                <a:ea typeface="DejaVu Sans"/>
              </a:rPr>
              <a:t>  – Nome Cognome  (email: </a:t>
            </a:r>
            <a:r>
              <a:rPr b="1" lang="en-GB" sz="800" spc="-1" strike="noStrike">
                <a:solidFill>
                  <a:srgbClr val="2a6099"/>
                </a:solidFill>
                <a:latin typeface="Arial"/>
                <a:ea typeface="DejaVu Sans"/>
              </a:rPr>
              <a:t>nome.cognome@poliba.it</a:t>
            </a:r>
            <a:r>
              <a:rPr b="0" lang="en-GB" sz="800" spc="-1" strike="noStrike">
                <a:solidFill>
                  <a:srgbClr val="000000"/>
                </a:solidFill>
                <a:latin typeface="Arial"/>
                <a:ea typeface="DejaVu Sans"/>
              </a:rPr>
              <a:t>)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it-IT" sz="800" spc="-1" strike="noStrike">
                <a:solidFill>
                  <a:srgbClr val="000000"/>
                </a:solidFill>
                <a:latin typeface="Arial"/>
                <a:ea typeface="DejaVu Sans"/>
              </a:rPr>
              <a:t>Titolo della presentazione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4" descr="Politecnico di Bari – Istituto Giovanni Paolo II"/>
          <p:cNvPicPr/>
          <p:nvPr/>
        </p:nvPicPr>
        <p:blipFill>
          <a:blip r:embed="rId2"/>
          <a:stretch/>
        </p:blipFill>
        <p:spPr>
          <a:xfrm>
            <a:off x="6228360" y="6161760"/>
            <a:ext cx="908280" cy="392040"/>
          </a:xfrm>
          <a:prstGeom prst="rect">
            <a:avLst/>
          </a:prstGeom>
          <a:ln w="0">
            <a:noFill/>
          </a:ln>
        </p:spPr>
      </p:pic>
      <p:pic>
        <p:nvPicPr>
          <p:cNvPr id="5" name="Immagine 3" descr="Immagine che contiene testo, portatile&#10;&#10;Descrizione generata automaticamente"/>
          <p:cNvPicPr/>
          <p:nvPr/>
        </p:nvPicPr>
        <p:blipFill>
          <a:blip r:embed="rId3"/>
          <a:stretch/>
        </p:blipFill>
        <p:spPr>
          <a:xfrm>
            <a:off x="7263720" y="6242400"/>
            <a:ext cx="1356120" cy="24588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Line 8"/>
          <p:cNvSpPr/>
          <p:nvPr/>
        </p:nvSpPr>
        <p:spPr>
          <a:xfrm flipH="1">
            <a:off x="249120" y="588960"/>
            <a:ext cx="8891640" cy="36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 anchorCtr="1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Line 3"/>
          <p:cNvSpPr/>
          <p:nvPr/>
        </p:nvSpPr>
        <p:spPr>
          <a:xfrm flipH="1">
            <a:off x="8669160" y="6365520"/>
            <a:ext cx="151920" cy="36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 anchorCtr="1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" name="Line 2"/>
          <p:cNvSpPr/>
          <p:nvPr/>
        </p:nvSpPr>
        <p:spPr>
          <a:xfrm flipH="1">
            <a:off x="275400" y="6365520"/>
            <a:ext cx="5904000" cy="36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 anchorCtr="1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" name="Rectangle 10"/>
          <p:cNvSpPr/>
          <p:nvPr/>
        </p:nvSpPr>
        <p:spPr>
          <a:xfrm>
            <a:off x="249120" y="6431040"/>
            <a:ext cx="59000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GB" sz="800" spc="-1" strike="noStrike">
                <a:solidFill>
                  <a:srgbClr val="000000"/>
                </a:solidFill>
                <a:latin typeface="Arial"/>
                <a:ea typeface="DejaVu Sans"/>
              </a:rPr>
              <a:t>Pag. </a:t>
            </a:r>
            <a:fld id="{BD45E272-634B-43CA-B6C2-4C05290BFC8B}" type="slidenum">
              <a:rPr b="0" lang="en-GB" sz="8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r>
              <a:rPr b="0" lang="en-GB" sz="800" spc="-1" strike="noStrike">
                <a:solidFill>
                  <a:srgbClr val="000000"/>
                </a:solidFill>
                <a:latin typeface="Arial"/>
                <a:ea typeface="DejaVu Sans"/>
              </a:rPr>
              <a:t>  – Mariagrazia Dotoli  (email: </a:t>
            </a:r>
            <a:r>
              <a:rPr b="1" lang="en-GB" sz="800" spc="-1" strike="noStrike">
                <a:solidFill>
                  <a:srgbClr val="2a6099"/>
                </a:solidFill>
                <a:latin typeface="Arial"/>
                <a:ea typeface="DejaVu Sans"/>
              </a:rPr>
              <a:t>mariagrazia.dotoli@poliba.it</a:t>
            </a:r>
            <a:r>
              <a:rPr b="0" lang="en-GB" sz="800" spc="-1" strike="noStrike">
                <a:solidFill>
                  <a:srgbClr val="000000"/>
                </a:solidFill>
                <a:latin typeface="Arial"/>
                <a:ea typeface="DejaVu Sans"/>
              </a:rPr>
              <a:t>)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it-IT" sz="800" spc="-1" strike="noStrike">
                <a:solidFill>
                  <a:srgbClr val="000000"/>
                </a:solidFill>
                <a:latin typeface="Arial"/>
                <a:ea typeface="DejaVu Sans"/>
              </a:rPr>
              <a:t>Decision and Control for Smart Energy Communities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Picture 4" descr="Politecnico di Bari – Istituto Giovanni Paolo II"/>
          <p:cNvPicPr/>
          <p:nvPr/>
        </p:nvPicPr>
        <p:blipFill>
          <a:blip r:embed="rId2"/>
          <a:stretch/>
        </p:blipFill>
        <p:spPr>
          <a:xfrm>
            <a:off x="6228360" y="6161760"/>
            <a:ext cx="908280" cy="392040"/>
          </a:xfrm>
          <a:prstGeom prst="rect">
            <a:avLst/>
          </a:prstGeom>
          <a:ln w="0">
            <a:noFill/>
          </a:ln>
        </p:spPr>
      </p:pic>
      <p:pic>
        <p:nvPicPr>
          <p:cNvPr id="49" name="Immagine 3" descr="Immagine che contiene testo, portatile&#10;&#10;Descrizione generata automaticamente"/>
          <p:cNvPicPr/>
          <p:nvPr/>
        </p:nvPicPr>
        <p:blipFill>
          <a:blip r:embed="rId3"/>
          <a:stretch/>
        </p:blipFill>
        <p:spPr>
          <a:xfrm>
            <a:off x="7263720" y="6242400"/>
            <a:ext cx="1356120" cy="24588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11200" y="2863800"/>
            <a:ext cx="8174880" cy="808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3200" spc="-1" strike="noStrike">
                <a:solidFill>
                  <a:srgbClr val="2a6099"/>
                </a:solidFill>
                <a:latin typeface="Lato Black"/>
                <a:ea typeface="AR PL KaitiM GB"/>
              </a:rPr>
              <a:t>Titolo della presentazione</a:t>
            </a:r>
            <a:br>
              <a:rPr sz="3200"/>
            </a:br>
            <a:br>
              <a:rPr sz="3200"/>
            </a:br>
            <a:r>
              <a:rPr b="1" i="1" lang="en-GB" sz="1800" spc="-1" strike="noStrike">
                <a:solidFill>
                  <a:srgbClr val="2a6099"/>
                </a:solidFill>
                <a:latin typeface="Lato"/>
                <a:ea typeface="AR PL KaitiM GB"/>
              </a:rPr>
              <a:t>Sottotitolo della presentazione (se necessario) </a:t>
            </a:r>
            <a:br>
              <a:rPr sz="1200"/>
            </a:br>
            <a:r>
              <a:rPr b="1" lang="en-GB" sz="1600" spc="-1" strike="noStrike">
                <a:solidFill>
                  <a:srgbClr val="2a6099"/>
                </a:solidFill>
                <a:latin typeface="Lato"/>
                <a:ea typeface="AR PL KaitiM GB"/>
              </a:rPr>
              <a:t>Ulteriore sottotitolo (se necessario)</a:t>
            </a:r>
            <a:br>
              <a:rPr sz="1800"/>
            </a:br>
            <a:br>
              <a:rPr sz="1600"/>
            </a:b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511200" y="5100120"/>
            <a:ext cx="5888880" cy="12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67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ato"/>
                <a:ea typeface="DejaVu Sans"/>
              </a:rPr>
              <a:t>Nome Cognome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Lato"/>
                <a:ea typeface="DejaVu Sans"/>
              </a:rPr>
              <a:t>Ulteriori informazioni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27880" y="69840"/>
            <a:ext cx="6932520" cy="453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2200" spc="-1" strike="noStrike">
                <a:solidFill>
                  <a:srgbClr val="000000"/>
                </a:solidFill>
                <a:latin typeface="Lato Black"/>
              </a:rPr>
              <a:t>Titolo della slide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Content Placeholder 18"/>
          <p:cNvSpPr/>
          <p:nvPr/>
        </p:nvSpPr>
        <p:spPr>
          <a:xfrm>
            <a:off x="228600" y="829440"/>
            <a:ext cx="8686440" cy="79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Lato"/>
                <a:ea typeface="DejaVu Sans"/>
              </a:rPr>
              <a:t>I titoli delle slides usano il font “Lato Black”, dimensione 22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Lato"/>
                <a:ea typeface="DejaVu Sans"/>
              </a:rPr>
              <a:t>Il testo nelle slides usa il font “Lato”, dimensione 18.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Lato"/>
                <a:ea typeface="DejaVu Sans"/>
              </a:rPr>
              <a:t>Per sottolineare parole o frasi, </a:t>
            </a:r>
            <a:r>
              <a:rPr b="1" lang="en-GB" sz="1800" spc="-1" strike="noStrike">
                <a:solidFill>
                  <a:srgbClr val="2a6099"/>
                </a:solidFill>
                <a:latin typeface="Lato"/>
                <a:ea typeface="DejaVu Sans"/>
              </a:rPr>
              <a:t>usare il grassetto e il colore #2a6099.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799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663200" y="3201840"/>
            <a:ext cx="5816880" cy="453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3200" spc="-1" strike="noStrike">
                <a:solidFill>
                  <a:srgbClr val="2a6099"/>
                </a:solidFill>
                <a:latin typeface="Lato Black"/>
                <a:ea typeface="Calibri"/>
              </a:rPr>
              <a:t>Thank you for your attention!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/>
  </p:transition>
</p:sld>
</file>

<file path=ppt/theme/theme1.xml><?xml version="1.0" encoding="utf-8"?>
<a:theme xmlns:a="http://schemas.openxmlformats.org/drawingml/2006/main" name="msu_ivory_new">
  <a:themeElements>
    <a:clrScheme name="msu_ivory_new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3023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2013-02-06T09:15:24Z</dcterms:created>
  <dc:creator>Paolo Scarabaggio</dc:creator>
  <dc:description/>
  <dc:language>en-GB</dc:language>
  <cp:lastModifiedBy/>
  <cp:lastPrinted>2020-12-14T08:25:59Z</cp:lastPrinted>
  <dcterms:modified xsi:type="dcterms:W3CDTF">2024-07-05T12:57:04Z</dcterms:modified>
  <cp:revision>571</cp:revision>
  <dc:subject/>
  <dc:title>Guida pratica al Dottorato di Ricerca  Interateneo in Industria 4.0 http://www.poliba.it/it/didattica/dottorati-di-ricerca/industria-40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Presentazione su schermo (4:3)</vt:lpwstr>
  </property>
  <property fmtid="{D5CDD505-2E9C-101B-9397-08002B2CF9AE}" pid="3" name="Slides">
    <vt:r8>6</vt:r8>
  </property>
</Properties>
</file>